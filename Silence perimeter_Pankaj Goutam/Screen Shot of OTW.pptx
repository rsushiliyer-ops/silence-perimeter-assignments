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412" r:id="rId2"/>
    <p:sldId id="413" r:id="rId3"/>
    <p:sldId id="481" r:id="rId4"/>
    <p:sldId id="482" r:id="rId5"/>
    <p:sldId id="483" r:id="rId6"/>
    <p:sldId id="484" r:id="rId7"/>
    <p:sldId id="485" r:id="rId8"/>
    <p:sldId id="486" r:id="rId9"/>
    <p:sldId id="487" r:id="rId10"/>
    <p:sldId id="488" r:id="rId11"/>
    <p:sldId id="490" r:id="rId12"/>
    <p:sldId id="491" r:id="rId13"/>
    <p:sldId id="489" r:id="rId14"/>
    <p:sldId id="492" r:id="rId15"/>
    <p:sldId id="493" r:id="rId16"/>
    <p:sldId id="494" r:id="rId17"/>
    <p:sldId id="49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580"/>
  </p:normalViewPr>
  <p:slideViewPr>
    <p:cSldViewPr>
      <p:cViewPr varScale="1">
        <p:scale>
          <a:sx n="61" d="100"/>
          <a:sy n="61" d="100"/>
        </p:scale>
        <p:origin x="1780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88AB1-8182-46BA-850F-BD351054D155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1A99D-2E8A-4087-A8A8-61CE76AFDB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53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1956-D3C9-4F97-81CC-C2FC6D1F8BD0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FC38-3C62-4E69-B36C-4A7AF87153B3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162-AF2D-4850-AB57-747C9B6F4668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DF1-4676-4284-951B-4D0ADAD85E6A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7E92-A0B1-4C39-B57D-F6265695E95A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0B45-5AAA-4A96-A83D-4EA766962D2B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A48-543A-471B-8AED-C817A076DF37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55BE-1A48-41D8-A17B-F9E94B2DB105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3F0C-5807-4D54-B954-D64B4A692F0B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79F-CE3F-4D22-8B96-16AFA01214EC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586"/>
            <a:ext cx="9144000" cy="68221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62001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989DF-5430-4180-A460-BFB08DC714FA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200" b="1" u="sng" kern="1200">
          <a:solidFill>
            <a:srgbClr val="FFFF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95600"/>
            <a:ext cx="9144000" cy="1066800"/>
          </a:xfrm>
        </p:spPr>
        <p:txBody>
          <a:bodyPr/>
          <a:lstStyle/>
          <a:p>
            <a:r>
              <a:rPr lang="en-US" sz="2400" b="1" kern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ROUTING CRISIS (CISCO PACKET TRACER)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2756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SCOPE OF THE SUBJECT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HQ reports that Bravo can ping Charlie, but HQ cannot reach Charlie.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 the above topology in Cisco Packet Tracer.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Configure: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R1 and R2 using </a:t>
            </a: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OSPF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R3 using </a:t>
            </a: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EIGRP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SCREEN 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F0800-2D27-B072-D1AE-B3A4FE305F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6727"/>
            <a:ext cx="8966869" cy="59547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7696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SCREEN 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EE6D68-ECB4-72FE-27BA-A15012556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1999"/>
            <a:ext cx="8763000" cy="579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0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R3 USING </a:t>
            </a:r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EIGRP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626E0-5E2C-EE9C-DE67-8457687D2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1999"/>
            <a:ext cx="8839200" cy="595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9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FTP LOGIN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4A24C5-9F5C-AC9B-58A1-3C3C8138A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38200"/>
            <a:ext cx="876299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07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DVWA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D5F7AC-048F-5C13-3C0A-4199A3751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09600"/>
            <a:ext cx="8610599" cy="57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0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DVWA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9E82EA-1849-52C1-868C-3604AFC2E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38199"/>
            <a:ext cx="8534399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2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DVWA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B9DFFF-D896-5CAA-FD11-A9ED5008A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8686799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0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TELNET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C67E8A-B8C3-A843-CC97-202F359E8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1999"/>
            <a:ext cx="8839199" cy="595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9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TELNET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7AB86-35D2-E84C-4257-3B81DEC66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9067800" cy="603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46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TELNET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396B4E-334D-A493-C234-F2B76B9A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652"/>
            <a:ext cx="9448799" cy="63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46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88489"/>
            <a:ext cx="9144000" cy="682214"/>
          </a:xfrm>
        </p:spPr>
        <p:txBody>
          <a:bodyPr/>
          <a:lstStyle/>
          <a:p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IDS</a:t>
            </a:r>
            <a:r>
              <a:rPr lang="en-US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SURICATA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3EE46A-0410-428E-BA9C-E74D06BD7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3725"/>
            <a:ext cx="8762999" cy="6035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1100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88489"/>
            <a:ext cx="9144000" cy="682214"/>
          </a:xfrm>
        </p:spPr>
        <p:txBody>
          <a:bodyPr/>
          <a:lstStyle/>
          <a:p>
            <a:r>
              <a:rPr lang="en-US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IDS</a:t>
            </a:r>
            <a:r>
              <a:rPr lang="en-US" sz="180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SURICATA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372E6-0D52-D107-ACC9-0F7BEF030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93725"/>
            <a:ext cx="8686800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12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88489"/>
            <a:ext cx="9144000" cy="682214"/>
          </a:xfrm>
        </p:spPr>
        <p:txBody>
          <a:bodyPr/>
          <a:lstStyle/>
          <a:p>
            <a:r>
              <a:rPr lang="en-US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IDS</a:t>
            </a:r>
            <a:r>
              <a:rPr lang="en-US" sz="180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SURICATA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9CF05A-B799-3351-537B-E4D6A4BAC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725"/>
            <a:ext cx="8991599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67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88489"/>
            <a:ext cx="9144000" cy="682214"/>
          </a:xfrm>
        </p:spPr>
        <p:txBody>
          <a:bodyPr/>
          <a:lstStyle/>
          <a:p>
            <a:r>
              <a:rPr lang="en-US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IDS</a:t>
            </a:r>
            <a:r>
              <a:rPr lang="en-US" sz="180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SURICATA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E4B8B0-CAE2-DFEB-D371-CDB304772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817687"/>
            <a:ext cx="5731510" cy="322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86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88489"/>
            <a:ext cx="9144000" cy="682214"/>
          </a:xfrm>
        </p:spPr>
        <p:txBody>
          <a:bodyPr/>
          <a:lstStyle/>
          <a:p>
            <a:r>
              <a:rPr lang="en-US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IDS</a:t>
            </a:r>
            <a:r>
              <a:rPr lang="en-US" sz="180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SURICATA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7112-9F14-4C0B-BD32-79589314909C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SBT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A96C23-A7B3-271B-BEFC-D3DE17CC2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93725"/>
            <a:ext cx="8915399" cy="59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54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28611</TotalTime>
  <Words>141</Words>
  <Application>Microsoft Office PowerPoint</Application>
  <PresentationFormat>On-screen Show (4:3)</PresentationFormat>
  <Paragraphs>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Wingdings</vt:lpstr>
      <vt:lpstr>Office Theme</vt:lpstr>
      <vt:lpstr>ROUTING CRISIS (CISCO PACKET TRACER)</vt:lpstr>
      <vt:lpstr>SCOPE OF THE SUBJECT</vt:lpstr>
      <vt:lpstr>SCREEN SHOT</vt:lpstr>
      <vt:lpstr>SCREEN SHOT</vt:lpstr>
      <vt:lpstr>R3 USING EIGRP  </vt:lpstr>
      <vt:lpstr> FTP LOGIN </vt:lpstr>
      <vt:lpstr> DVWA  </vt:lpstr>
      <vt:lpstr> DVWA  </vt:lpstr>
      <vt:lpstr> DVWA  </vt:lpstr>
      <vt:lpstr> TELNET </vt:lpstr>
      <vt:lpstr> TELNET </vt:lpstr>
      <vt:lpstr> TELNET </vt:lpstr>
      <vt:lpstr>  IDS SURICATA  </vt:lpstr>
      <vt:lpstr>IDS SURICATA</vt:lpstr>
      <vt:lpstr>IDS SURICATA</vt:lpstr>
      <vt:lpstr>IDS SURICATA</vt:lpstr>
      <vt:lpstr>IDS SURICATA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NW LAYER</dc:title>
  <dc:creator>kiaan</dc:creator>
  <cp:lastModifiedBy>dell</cp:lastModifiedBy>
  <cp:revision>175</cp:revision>
  <dcterms:created xsi:type="dcterms:W3CDTF">2006-08-16T00:00:00Z</dcterms:created>
  <dcterms:modified xsi:type="dcterms:W3CDTF">2026-04-16T09:55:13Z</dcterms:modified>
</cp:coreProperties>
</file>