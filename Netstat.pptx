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7" r:id="rId2"/>
    <p:sldId id="299" r:id="rId3"/>
    <p:sldId id="30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AF96A-E0E1-4FB0-9731-41A7565C01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BA842-EC7C-4D68-A069-16E8FDBB7D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58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0C5C-E3B1-5D23-6397-9E8E2D163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8D398-19AF-AA8B-72EB-6F0CD7F1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837B-1392-6E34-6D42-D1306D66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C134F-9CC1-979F-4D09-F656287B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F3131-A137-723E-5D86-22C0CE34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84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7C1F-801E-AA3F-2621-6455BF29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14F7-968F-6F69-E608-4BF9F0F9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CF5F-02A8-BA74-8A5D-F6B6B6C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99C6-7880-4632-5FD7-5F5F25A3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94F22-2E47-6E65-49AC-01D91FD9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21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8F91-A568-1CB6-D1DE-7447F4CF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2910B-3EC1-990E-5429-4F9BAA2E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4CD9A-5D43-FC09-6061-FC1B5DFC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F52B-AA6A-FDBF-7DE7-CD3F02214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3E84B-2C8F-5426-D977-C992A855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12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13D7-A875-F46A-71BD-BD071C8E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9353-132C-2644-36F7-6EE4C43E9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DEE77-CB79-6D6A-A1FB-FED406D2B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AD620-94C1-43F2-9B09-4E77DC8A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BBA6C-EBD0-8188-4A2B-DD24305B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D9C73-F666-66B8-ADF4-DDA0EB1D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4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2CD2-B7A2-83A0-C70A-060A906C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C000-FB8E-47F9-83EA-F886B1C54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B427F-996E-FCE5-6176-7A337DEC7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98C3B-6EB4-9E48-FC75-54DA346D4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C6557-EC40-BDD6-7440-8271DC01A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3DF9C-6B91-E5EF-49A5-57E9BA97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F11A4-097F-6D59-1FE3-A6D19131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BDEAA-C6CB-E6D4-7EF8-0CEE0E35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4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0EB8-3EB8-F8A3-1223-B8020192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FED86-2D46-1E59-3150-DB8058C1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FBBC1-D7B5-EB72-2CC7-D22B89FD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6AB02-6DEB-7AB6-76D8-2D19621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5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F01B5-37DD-A2AD-B8B9-6DE85BA8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A562C-11DD-96C2-C6A2-CC9E1865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AB1EF-6ADA-232F-3F6C-FC3B219A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8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26C5-E687-AF86-DA8D-2033A30F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E0E3-C9CF-268B-C427-121E4FF4E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FAFF-AC1E-A1E0-59AD-EE2E28E8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DC33F-BB3D-8A44-DA77-199810A8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41B77-207A-814F-64E7-F71318E0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1B372-4A07-2C21-D4B9-E7735419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3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97DC-CC0E-6692-4AA3-59C5E62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CD3AF-511F-9540-BE0C-6B5F714B0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030E7-7AD6-8E35-DA78-DAB071D23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02C7E-2E0B-F778-B1DB-CD94D425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D693D-F794-3CEA-5774-133CB15B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C72B3-6F14-70FE-512A-76CFB1B5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34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3296-86A9-3C25-048A-608AC491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F4189-5602-73E2-7628-5B4F00D01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79526-6529-1191-F40B-B78A38DE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17F5-3CD5-F6EE-ED32-6095EA3D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BFE49-433F-42A0-451E-981C340B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00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92982-9636-C552-6166-4FA253D2F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9509B-534F-3307-08E9-AD7B10AFB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3C01F-3AA3-A298-856A-62FA744B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E5CBA-BF03-CC3C-1B83-8960374C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F0FB-64A6-4352-AA99-A0B75701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12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2DC07-410A-2695-9ED8-1BA3BAF1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3D714-71FA-4920-3750-340F1C1E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BDCF8-D98F-8EBF-D635-179358958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6BD0E-2771-446F-BBE1-DDE45FA5CA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16461-4D9C-BA46-2142-329B71CEE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143BD-A9FF-11AD-ACC1-83455BF6F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3FC8F-92AC-4822-A18F-A63D4530EB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28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5FDC-EF81-9C05-9796-EB2A31B8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5A274-8305-98CB-AC3C-41E56B510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6" y="0"/>
            <a:ext cx="11926304" cy="670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9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93FD-C69C-AABE-9D22-52A8C4AE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19F13-2B70-2114-011B-D25E63A55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0" y="0"/>
            <a:ext cx="11971290" cy="679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6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662D-4A90-9078-01DB-B46C5F40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EDD26E-CCBD-D19E-0090-2D0AA27D6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6" y="0"/>
            <a:ext cx="11980108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3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giri</dc:creator>
  <cp:lastModifiedBy>ravi giri</cp:lastModifiedBy>
  <cp:revision>13</cp:revision>
  <dcterms:created xsi:type="dcterms:W3CDTF">2026-04-15T16:06:37Z</dcterms:created>
  <dcterms:modified xsi:type="dcterms:W3CDTF">2026-04-16T06:16:10Z</dcterms:modified>
</cp:coreProperties>
</file>