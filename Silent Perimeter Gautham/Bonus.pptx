
<file path=[Content_Types].xml><?xml version="1.0" encoding="utf-8"?>
<Types xmlns="http://schemas.openxmlformats.org/package/2006/content-types">
  <Default Extension="png" ContentType="image/png"/>
  <Default Extension="bmp" ContentType="image/bmp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1304" y="-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1535-24F6-407F-8DEB-DDDB9E89360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F48AC-4E24-4285-8392-040412CE4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59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1535-24F6-407F-8DEB-DDDB9E89360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F48AC-4E24-4285-8392-040412CE4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991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1535-24F6-407F-8DEB-DDDB9E89360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F48AC-4E24-4285-8392-040412CE4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26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1535-24F6-407F-8DEB-DDDB9E89360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F48AC-4E24-4285-8392-040412CE4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551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1535-24F6-407F-8DEB-DDDB9E89360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F48AC-4E24-4285-8392-040412CE4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01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1535-24F6-407F-8DEB-DDDB9E89360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F48AC-4E24-4285-8392-040412CE4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791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1535-24F6-407F-8DEB-DDDB9E89360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F48AC-4E24-4285-8392-040412CE4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423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1535-24F6-407F-8DEB-DDDB9E89360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F48AC-4E24-4285-8392-040412CE4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46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1535-24F6-407F-8DEB-DDDB9E89360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F48AC-4E24-4285-8392-040412CE4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028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1535-24F6-407F-8DEB-DDDB9E89360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F48AC-4E24-4285-8392-040412CE4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81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1535-24F6-407F-8DEB-DDDB9E89360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F48AC-4E24-4285-8392-040412CE4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715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C1535-24F6-407F-8DEB-DDDB9E89360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F48AC-4E24-4285-8392-040412CE4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54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b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707904" y="620688"/>
            <a:ext cx="48965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3085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  <p:sp>
        <p:nvSpPr>
          <p:cNvPr id="5" name="Rectangle 4"/>
          <p:cNvSpPr/>
          <p:nvPr/>
        </p:nvSpPr>
        <p:spPr>
          <a:xfrm>
            <a:off x="5364088" y="332656"/>
            <a:ext cx="345638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Adding rules for brute force for </a:t>
            </a:r>
            <a:r>
              <a:rPr lang="en-US" dirty="0" err="1" smtClean="0"/>
              <a:t>Suricata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244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139952" y="1340768"/>
            <a:ext cx="403244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SFTP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15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32240" y="908720"/>
            <a:ext cx="23042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Encrypted TCP stream of </a:t>
            </a:r>
            <a:r>
              <a:rPr lang="en-US" dirty="0" err="1" smtClean="0"/>
              <a:t>dvwa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683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14</Words>
  <Application>Microsoft Office PowerPoint</Application>
  <PresentationFormat>On-screen Show (4:3)</PresentationFormat>
  <Paragraphs>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Gautham</dc:creator>
  <cp:lastModifiedBy>Gautham</cp:lastModifiedBy>
  <cp:revision>8</cp:revision>
  <dcterms:created xsi:type="dcterms:W3CDTF">2026-04-16T06:39:29Z</dcterms:created>
  <dcterms:modified xsi:type="dcterms:W3CDTF">2026-04-16T07:45:47Z</dcterms:modified>
</cp:coreProperties>
</file>