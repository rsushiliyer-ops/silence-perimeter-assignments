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-2856" y="-9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0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0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5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21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76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6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16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3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62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72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64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617B5-892C-4EE3-A35B-D283766894D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A00BF-691E-43D0-B37C-2FCD86B0C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57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56"/>
            <a:ext cx="9144000" cy="684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3568" y="1268760"/>
            <a:ext cx="26642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Topology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43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5"/>
            <a:ext cx="9144000" cy="685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95936" y="6021288"/>
            <a:ext cx="439248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83568" y="1340768"/>
            <a:ext cx="26642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Charlie pinging HQ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557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44"/>
            <a:ext cx="9153500" cy="6858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796136" y="5157192"/>
            <a:ext cx="3024336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83568" y="1340768"/>
            <a:ext cx="26642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Charlie on EIGRP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15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4"/>
            <a:ext cx="9144000" cy="7100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83568" y="1340768"/>
            <a:ext cx="26642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IP route r3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20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2" y="-99392"/>
            <a:ext cx="9147542" cy="6596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3568" y="1340768"/>
            <a:ext cx="26642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IP route r1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22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-1135"/>
            <a:ext cx="9252520" cy="695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83568" y="1340768"/>
            <a:ext cx="26642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IP route r2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5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88"/>
            <a:ext cx="9036496" cy="678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148064" y="1196752"/>
            <a:ext cx="4608512" cy="2520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/>
              <a:t>Missing </a:t>
            </a:r>
            <a:r>
              <a:rPr lang="en-US" dirty="0" err="1" smtClean="0"/>
              <a:t>netwk</a:t>
            </a:r>
            <a:r>
              <a:rPr lang="en-US" dirty="0" smtClean="0"/>
              <a:t> statement on r1</a:t>
            </a:r>
          </a:p>
          <a:p>
            <a:r>
              <a:rPr lang="en-US" dirty="0"/>
              <a:t>configure terminal router </a:t>
            </a:r>
            <a:r>
              <a:rPr lang="en-US" dirty="0" err="1"/>
              <a:t>ospf</a:t>
            </a:r>
            <a:r>
              <a:rPr lang="en-US" dirty="0"/>
              <a:t> 1 no network 192.168.12.0 0.0.0.3 area 0 </a:t>
            </a:r>
            <a:r>
              <a:rPr lang="en-US" dirty="0" smtClean="0"/>
              <a:t>end</a:t>
            </a:r>
            <a:br>
              <a:rPr lang="en-US" dirty="0" smtClean="0"/>
            </a:br>
            <a:r>
              <a:rPr lang="en-US" dirty="0" smtClean="0"/>
              <a:t>stops linking to r2 because </a:t>
            </a:r>
            <a:r>
              <a:rPr lang="en-US" dirty="0" err="1" smtClean="0"/>
              <a:t>ospf</a:t>
            </a:r>
            <a:r>
              <a:rPr lang="en-US" dirty="0" smtClean="0"/>
              <a:t> stops sending hellos</a:t>
            </a:r>
            <a:br>
              <a:rPr lang="en-US" dirty="0" smtClean="0"/>
            </a:br>
            <a:r>
              <a:rPr lang="en-US" dirty="0" smtClean="0"/>
              <a:t>can be restored </a:t>
            </a:r>
            <a:r>
              <a:rPr lang="en-US" smtClean="0"/>
              <a:t>by </a:t>
            </a:r>
          </a:p>
          <a:p>
            <a:r>
              <a:rPr lang="en-US" smtClean="0"/>
              <a:t>configure </a:t>
            </a:r>
            <a:r>
              <a:rPr lang="en-US" dirty="0"/>
              <a:t>terminal router </a:t>
            </a:r>
            <a:r>
              <a:rPr lang="en-US" dirty="0" err="1"/>
              <a:t>ospf</a:t>
            </a:r>
            <a:r>
              <a:rPr lang="en-US" dirty="0"/>
              <a:t> 1 </a:t>
            </a:r>
            <a:r>
              <a:rPr lang="en-US" dirty="0" smtClean="0"/>
              <a:t>network </a:t>
            </a:r>
            <a:r>
              <a:rPr lang="en-US" dirty="0"/>
              <a:t>192.168.12.0 0.0.0.3 area 0 end</a:t>
            </a:r>
            <a:endParaRPr lang="en-US" dirty="0" smtClean="0"/>
          </a:p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23528" y="2420888"/>
            <a:ext cx="4464496" cy="3528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490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33</Words>
  <Application>Microsoft Office PowerPoint</Application>
  <PresentationFormat>On-screen Show (4:3)</PresentationFormat>
  <Paragraphs>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8</cp:revision>
  <dcterms:created xsi:type="dcterms:W3CDTF">2026-04-15T17:41:21Z</dcterms:created>
  <dcterms:modified xsi:type="dcterms:W3CDTF">2026-04-15T18:34:48Z</dcterms:modified>
</cp:coreProperties>
</file>