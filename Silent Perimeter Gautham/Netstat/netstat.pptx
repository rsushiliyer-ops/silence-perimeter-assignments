
<file path=[Content_Types].xml><?xml version="1.0" encoding="utf-8"?>
<Types xmlns="http://schemas.openxmlformats.org/package/2006/content-types">
  <Default Extension="bmp" ContentType="image/bmp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636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C275-CB0C-4718-8021-F36EC516C3E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098D-7BE2-454E-A687-DD15ABCFD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39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C275-CB0C-4718-8021-F36EC516C3E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098D-7BE2-454E-A687-DD15ABCFD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25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C275-CB0C-4718-8021-F36EC516C3E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098D-7BE2-454E-A687-DD15ABCFD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72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C275-CB0C-4718-8021-F36EC516C3E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098D-7BE2-454E-A687-DD15ABCFD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296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C275-CB0C-4718-8021-F36EC516C3E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098D-7BE2-454E-A687-DD15ABCFD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44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C275-CB0C-4718-8021-F36EC516C3E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098D-7BE2-454E-A687-DD15ABCFD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261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C275-CB0C-4718-8021-F36EC516C3E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098D-7BE2-454E-A687-DD15ABCFD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482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C275-CB0C-4718-8021-F36EC516C3E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098D-7BE2-454E-A687-DD15ABCFD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909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C275-CB0C-4718-8021-F36EC516C3E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098D-7BE2-454E-A687-DD15ABCFD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87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C275-CB0C-4718-8021-F36EC516C3E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098D-7BE2-454E-A687-DD15ABCFD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97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C275-CB0C-4718-8021-F36EC516C3E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098D-7BE2-454E-A687-DD15ABCFD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420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FC275-CB0C-4718-8021-F36EC516C3E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2098D-7BE2-454E-A687-DD15ABCFD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66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8712"/>
            <a:ext cx="9144000" cy="46005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292080" y="2276872"/>
            <a:ext cx="2448272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Netstat</a:t>
            </a:r>
            <a:r>
              <a:rPr lang="en-US" dirty="0" smtClean="0"/>
              <a:t>-an showing all connections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33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26301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771800" y="2132856"/>
            <a:ext cx="273630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Netstat</a:t>
            </a:r>
            <a:r>
              <a:rPr lang="en-US" dirty="0" smtClean="0"/>
              <a:t> listening ports with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53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0"/>
            <a:ext cx="9001000" cy="6813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372200" y="1700808"/>
            <a:ext cx="223224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netstat</a:t>
            </a:r>
            <a:r>
              <a:rPr lang="en-IN" dirty="0" smtClean="0"/>
              <a:t> –</a:t>
            </a:r>
            <a:r>
              <a:rPr lang="en-IN" dirty="0" err="1" smtClean="0"/>
              <a:t>rn</a:t>
            </a:r>
            <a:r>
              <a:rPr lang="en-IN" dirty="0" smtClean="0"/>
              <a:t> showing routing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30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8856984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716016" y="1628800"/>
            <a:ext cx="252028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sudo</a:t>
            </a:r>
            <a:r>
              <a:rPr lang="en-IN" dirty="0" smtClean="0"/>
              <a:t> </a:t>
            </a:r>
            <a:r>
              <a:rPr lang="en-IN" dirty="0" err="1" smtClean="0"/>
              <a:t>netstat</a:t>
            </a:r>
            <a:r>
              <a:rPr lang="en-IN" dirty="0" smtClean="0"/>
              <a:t> –</a:t>
            </a:r>
            <a:r>
              <a:rPr lang="en-IN" dirty="0" err="1" smtClean="0"/>
              <a:t>anp</a:t>
            </a:r>
            <a:endParaRPr lang="en-IN" dirty="0" smtClean="0"/>
          </a:p>
          <a:p>
            <a:pPr algn="ctr"/>
            <a:r>
              <a:rPr lang="en-US" dirty="0" smtClean="0"/>
              <a:t>Showing connections with PIDs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1751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FTP and Telnet connections </a:t>
            </a:r>
            <a:r>
              <a:rPr lang="en-US" smtClean="0"/>
              <a:t>were insecure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7177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</Words>
  <Application>Microsoft Office PowerPoint</Application>
  <PresentationFormat>On-screen Show (4:3)</PresentationFormat>
  <Paragraphs>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Gautham</dc:creator>
  <cp:lastModifiedBy>Gautham</cp:lastModifiedBy>
  <cp:revision>3</cp:revision>
  <dcterms:created xsi:type="dcterms:W3CDTF">2026-04-15T20:05:01Z</dcterms:created>
  <dcterms:modified xsi:type="dcterms:W3CDTF">2026-04-15T20:12:22Z</dcterms:modified>
</cp:coreProperties>
</file>