
<file path=[Content_Types].xml><?xml version="1.0" encoding="utf-8"?>
<Types xmlns="http://schemas.openxmlformats.org/package/2006/content-types">
  <Default Extension="png" ContentType="image/png"/>
  <Default Extension="bmp" ContentType="image/bmp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8" d="100"/>
          <a:sy n="108" d="100"/>
        </p:scale>
        <p:origin x="-1688" y="-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0BB10-832B-4EF1-92B2-37BFEFDB3579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EC599-91BC-4A3C-BAD9-D15489F46B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6803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0BB10-832B-4EF1-92B2-37BFEFDB3579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EC599-91BC-4A3C-BAD9-D15489F46B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4405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0BB10-832B-4EF1-92B2-37BFEFDB3579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EC599-91BC-4A3C-BAD9-D15489F46B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137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0BB10-832B-4EF1-92B2-37BFEFDB3579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EC599-91BC-4A3C-BAD9-D15489F46B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5423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0BB10-832B-4EF1-92B2-37BFEFDB3579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EC599-91BC-4A3C-BAD9-D15489F46B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2553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0BB10-832B-4EF1-92B2-37BFEFDB3579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EC599-91BC-4A3C-BAD9-D15489F46B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5674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0BB10-832B-4EF1-92B2-37BFEFDB3579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EC599-91BC-4A3C-BAD9-D15489F46B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6342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0BB10-832B-4EF1-92B2-37BFEFDB3579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EC599-91BC-4A3C-BAD9-D15489F46B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1779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0BB10-832B-4EF1-92B2-37BFEFDB3579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EC599-91BC-4A3C-BAD9-D15489F46B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6341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0BB10-832B-4EF1-92B2-37BFEFDB3579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EC599-91BC-4A3C-BAD9-D15489F46B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1882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0BB10-832B-4EF1-92B2-37BFEFDB3579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EC599-91BC-4A3C-BAD9-D15489F46B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813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F0BB10-832B-4EF1-92B2-37BFEFDB3579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CEC599-91BC-4A3C-BAD9-D15489F46B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299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mp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6531" y="0"/>
            <a:ext cx="9170531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5436096" y="764704"/>
            <a:ext cx="2952328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Netstat</a:t>
            </a:r>
            <a:r>
              <a:rPr lang="en-US" dirty="0" smtClean="0"/>
              <a:t> </a:t>
            </a:r>
            <a:r>
              <a:rPr lang="en-US" dirty="0" err="1" smtClean="0"/>
              <a:t>comds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8346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624"/>
            <a:ext cx="9144000" cy="681337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12160" y="1844824"/>
            <a:ext cx="2592288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Suricata</a:t>
            </a:r>
            <a:r>
              <a:rPr lang="en-US" smtClean="0"/>
              <a:t> rules file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6645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</Words>
  <Application>Microsoft Office PowerPoint</Application>
  <PresentationFormat>On-screen Show (4:3)</PresentationFormat>
  <Paragraphs>2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Gautham</dc:creator>
  <cp:lastModifiedBy>Gautham</cp:lastModifiedBy>
  <cp:revision>1</cp:revision>
  <dcterms:created xsi:type="dcterms:W3CDTF">2026-04-15T19:54:53Z</dcterms:created>
  <dcterms:modified xsi:type="dcterms:W3CDTF">2026-04-15T20:04:22Z</dcterms:modified>
</cp:coreProperties>
</file>