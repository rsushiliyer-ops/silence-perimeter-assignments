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688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76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36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77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82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5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2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19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21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39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96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52F26-246B-4C1F-B747-B7D4B256C64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6CCFB-03A7-43E8-AEA5-0EE16103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07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Gautham\Desktop\VirtualBox_kali-linux-2026.1-virtualbox-amd64_16_04_2026_00_51_57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44624"/>
            <a:ext cx="9396536" cy="663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11560" y="2636912"/>
            <a:ext cx="40324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660232" y="2852936"/>
            <a:ext cx="216024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Dvwa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34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b="1" u="sng" dirty="0" smtClean="0"/>
              <a:t>WHY ENCRYPTION ABSENCE IS DANGEROUS</a:t>
            </a:r>
          </a:p>
          <a:p>
            <a:pPr marL="0" indent="0">
              <a:buNone/>
            </a:pPr>
            <a:endParaRPr lang="en-US" sz="1600" b="1" u="sng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1200" b="1" u="sng" dirty="0" smtClean="0">
                <a:latin typeface="Arial" pitchFamily="34" charset="0"/>
                <a:cs typeface="Arial" pitchFamily="34" charset="0"/>
              </a:rPr>
              <a:t>FTP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. Credentials are in plaintext and files can be modified in transit without detection.</a:t>
            </a:r>
          </a:p>
          <a:p>
            <a:pPr marL="0" indent="0">
              <a:buNone/>
            </a:pPr>
            <a:r>
              <a:rPr lang="en-US" sz="1200" b="1" u="sng" dirty="0" smtClean="0">
                <a:latin typeface="Arial" pitchFamily="34" charset="0"/>
                <a:cs typeface="Arial" pitchFamily="34" charset="0"/>
              </a:rPr>
              <a:t>Telnet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. All characters are sent as separate packet in plaintext. Enables command injection</a:t>
            </a:r>
          </a:p>
          <a:p>
            <a:pPr marL="0" indent="0">
              <a:buNone/>
            </a:pPr>
            <a:r>
              <a:rPr lang="en-US" sz="1200" b="1" u="sng" dirty="0" smtClean="0">
                <a:latin typeface="Arial" pitchFamily="34" charset="0"/>
                <a:cs typeface="Arial" pitchFamily="34" charset="0"/>
              </a:rPr>
              <a:t>HTTP/DVWA</a:t>
            </a:r>
            <a:r>
              <a:rPr lang="en-US" sz="1200" dirty="0" smtClean="0">
                <a:latin typeface="Arial" pitchFamily="34" charset="0"/>
                <a:cs typeface="Arial" pitchFamily="34" charset="0"/>
              </a:rPr>
              <a:t>.  Login credentials are sent in the POST body. Session cookies can </a:t>
            </a:r>
            <a:r>
              <a:rPr lang="en-US" sz="1200" smtClean="0">
                <a:latin typeface="Arial" pitchFamily="34" charset="0"/>
                <a:cs typeface="Arial" pitchFamily="34" charset="0"/>
              </a:rPr>
              <a:t>be stolen</a:t>
            </a:r>
            <a:endParaRPr lang="en-IN" sz="1200" b="1" u="sng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93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53</Words>
  <Application>Microsoft Office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Gautham</dc:creator>
  <cp:lastModifiedBy>Gautham</cp:lastModifiedBy>
  <cp:revision>3</cp:revision>
  <dcterms:created xsi:type="dcterms:W3CDTF">2026-04-15T19:09:25Z</dcterms:created>
  <dcterms:modified xsi:type="dcterms:W3CDTF">2026-04-15T19:29:08Z</dcterms:modified>
</cp:coreProperties>
</file>