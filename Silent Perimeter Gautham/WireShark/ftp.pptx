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8" d="100"/>
          <a:sy n="108" d="100"/>
        </p:scale>
        <p:origin x="-1736" y="-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37546-31D5-49D7-81AB-6ACF5169F86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8670-9755-4011-A10C-DECB2DA3DD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8112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37546-31D5-49D7-81AB-6ACF5169F86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8670-9755-4011-A10C-DECB2DA3DD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0372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37546-31D5-49D7-81AB-6ACF5169F86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8670-9755-4011-A10C-DECB2DA3DD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17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37546-31D5-49D7-81AB-6ACF5169F86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8670-9755-4011-A10C-DECB2DA3DD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6137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37546-31D5-49D7-81AB-6ACF5169F86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8670-9755-4011-A10C-DECB2DA3DD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335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37546-31D5-49D7-81AB-6ACF5169F86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8670-9755-4011-A10C-DECB2DA3DD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30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37546-31D5-49D7-81AB-6ACF5169F86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8670-9755-4011-A10C-DECB2DA3DD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945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37546-31D5-49D7-81AB-6ACF5169F86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8670-9755-4011-A10C-DECB2DA3DD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551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37546-31D5-49D7-81AB-6ACF5169F86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8670-9755-4011-A10C-DECB2DA3DD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7581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37546-31D5-49D7-81AB-6ACF5169F86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8670-9755-4011-A10C-DECB2DA3DD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12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37546-31D5-49D7-81AB-6ACF5169F86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8670-9755-4011-A10C-DECB2DA3DD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103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937546-31D5-49D7-81AB-6ACF5169F86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348670-9755-4011-A10C-DECB2DA3DD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2385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3" y="0"/>
            <a:ext cx="9033193" cy="6813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4283968" y="2276871"/>
            <a:ext cx="2304256" cy="4320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5580112" y="2852936"/>
            <a:ext cx="180020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ftp user &amp; </a:t>
            </a:r>
            <a:r>
              <a:rPr lang="en-US" dirty="0" err="1" smtClean="0"/>
              <a:t>pwd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1547664" y="2852936"/>
            <a:ext cx="2232248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Source and </a:t>
            </a:r>
            <a:r>
              <a:rPr lang="en-US" dirty="0" err="1" smtClean="0"/>
              <a:t>dest</a:t>
            </a:r>
            <a:r>
              <a:rPr lang="en-US" dirty="0" smtClean="0"/>
              <a:t> </a:t>
            </a:r>
            <a:r>
              <a:rPr lang="en-US" dirty="0" err="1" smtClean="0"/>
              <a:t>ip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4309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Gautham</dc:creator>
  <cp:lastModifiedBy>Gautham</cp:lastModifiedBy>
  <cp:revision>1</cp:revision>
  <dcterms:created xsi:type="dcterms:W3CDTF">2026-04-15T18:55:19Z</dcterms:created>
  <dcterms:modified xsi:type="dcterms:W3CDTF">2026-04-15T19:02:06Z</dcterms:modified>
</cp:coreProperties>
</file>