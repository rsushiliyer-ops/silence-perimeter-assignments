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108" d="100"/>
          <a:sy n="108" d="100"/>
        </p:scale>
        <p:origin x="-1688" y="-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9060B1-93F2-4897-90AF-251C296B83A8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697B0-ED9D-451D-9131-6CF04070E6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84567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9060B1-93F2-4897-90AF-251C296B83A8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697B0-ED9D-451D-9131-6CF04070E6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562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9060B1-93F2-4897-90AF-251C296B83A8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697B0-ED9D-451D-9131-6CF04070E6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99310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9060B1-93F2-4897-90AF-251C296B83A8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697B0-ED9D-451D-9131-6CF04070E6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47139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9060B1-93F2-4897-90AF-251C296B83A8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697B0-ED9D-451D-9131-6CF04070E6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63774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9060B1-93F2-4897-90AF-251C296B83A8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697B0-ED9D-451D-9131-6CF04070E6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53423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9060B1-93F2-4897-90AF-251C296B83A8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697B0-ED9D-451D-9131-6CF04070E6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76404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9060B1-93F2-4897-90AF-251C296B83A8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697B0-ED9D-451D-9131-6CF04070E6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53047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9060B1-93F2-4897-90AF-251C296B83A8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697B0-ED9D-451D-9131-6CF04070E6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15695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9060B1-93F2-4897-90AF-251C296B83A8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697B0-ED9D-451D-9131-6CF04070E6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54022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9060B1-93F2-4897-90AF-251C296B83A8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697B0-ED9D-451D-9131-6CF04070E6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97338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9060B1-93F2-4897-90AF-251C296B83A8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E697B0-ED9D-451D-9131-6CF04070E6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97704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2400"/>
            <a:ext cx="9144000" cy="6553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19483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2400"/>
            <a:ext cx="9180512" cy="6553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1331640" y="4509120"/>
            <a:ext cx="3096344" cy="6480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Username &amp; </a:t>
            </a:r>
            <a:r>
              <a:rPr lang="en-US" dirty="0" err="1" smtClean="0"/>
              <a:t>pwd</a:t>
            </a:r>
            <a:r>
              <a:rPr lang="en-US" dirty="0" smtClean="0"/>
              <a:t> on telnet</a:t>
            </a:r>
            <a:endParaRPr lang="en-IN" dirty="0"/>
          </a:p>
        </p:txBody>
      </p:sp>
      <p:sp>
        <p:nvSpPr>
          <p:cNvPr id="5" name="Rectangle 4"/>
          <p:cNvSpPr/>
          <p:nvPr/>
        </p:nvSpPr>
        <p:spPr>
          <a:xfrm>
            <a:off x="2555776" y="2204864"/>
            <a:ext cx="1368152" cy="223224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3561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5</Words>
  <Application>Microsoft Office PowerPoint</Application>
  <PresentationFormat>On-screen Show (4:3)</PresentationFormat>
  <Paragraphs>1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Gautham</dc:creator>
  <cp:lastModifiedBy>Gautham</cp:lastModifiedBy>
  <cp:revision>1</cp:revision>
  <dcterms:created xsi:type="dcterms:W3CDTF">2026-04-15T19:02:12Z</dcterms:created>
  <dcterms:modified xsi:type="dcterms:W3CDTF">2026-04-15T19:09:16Z</dcterms:modified>
</cp:coreProperties>
</file>