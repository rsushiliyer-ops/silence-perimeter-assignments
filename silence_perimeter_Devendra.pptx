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8" r:id="rId3"/>
    <p:sldId id="267" r:id="rId4"/>
    <p:sldId id="269" r:id="rId5"/>
    <p:sldId id="261" r:id="rId6"/>
    <p:sldId id="259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0" autoAdjust="0"/>
    <p:restoredTop sz="94660"/>
  </p:normalViewPr>
  <p:slideViewPr>
    <p:cSldViewPr snapToGrid="0">
      <p:cViewPr>
        <p:scale>
          <a:sx n="88" d="100"/>
          <a:sy n="88" d="100"/>
        </p:scale>
        <p:origin x="403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97C26-BD63-4AAB-9EFE-F6DE5AEE6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3DDE-C405-4F21-B430-D45EC0EA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63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97C26-BD63-4AAB-9EFE-F6DE5AEE6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3DDE-C405-4F21-B430-D45EC0EA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29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97C26-BD63-4AAB-9EFE-F6DE5AEE6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3DDE-C405-4F21-B430-D45EC0EA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624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97C26-BD63-4AAB-9EFE-F6DE5AEE6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3DDE-C405-4F21-B430-D45EC0EA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276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97C26-BD63-4AAB-9EFE-F6DE5AEE6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3DDE-C405-4F21-B430-D45EC0EA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01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97C26-BD63-4AAB-9EFE-F6DE5AEE6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3DDE-C405-4F21-B430-D45EC0EA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56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97C26-BD63-4AAB-9EFE-F6DE5AEE6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3DDE-C405-4F21-B430-D45EC0EA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785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97C26-BD63-4AAB-9EFE-F6DE5AEE6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3DDE-C405-4F21-B430-D45EC0EA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69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97C26-BD63-4AAB-9EFE-F6DE5AEE6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3DDE-C405-4F21-B430-D45EC0EA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25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97C26-BD63-4AAB-9EFE-F6DE5AEE6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3DDE-C405-4F21-B430-D45EC0EA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346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97C26-BD63-4AAB-9EFE-F6DE5AEE6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3DDE-C405-4F21-B430-D45EC0EA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92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97C26-BD63-4AAB-9EFE-F6DE5AEE6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33DDE-C405-4F21-B430-D45EC0EA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09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743200"/>
            <a:ext cx="12192000" cy="10259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OTW: MAJ DEVENDRA KUMAR</a:t>
            </a:r>
          </a:p>
        </p:txBody>
      </p:sp>
    </p:spTree>
    <p:extLst>
      <p:ext uri="{BB962C8B-B14F-4D97-AF65-F5344CB8AC3E}">
        <p14:creationId xmlns:p14="http://schemas.microsoft.com/office/powerpoint/2010/main" val="2183514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2B9C8D-76AE-8F43-BFD8-CBB11F604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5912"/>
            <a:ext cx="12192000" cy="55740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82707" y="2526268"/>
            <a:ext cx="3516924" cy="141577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Wireshark Topology: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1962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Three Router (R1,R2,R3)</a:t>
            </a:r>
          </a:p>
          <a:p>
            <a:pPr marL="461962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Three LANs</a:t>
            </a:r>
          </a:p>
          <a:p>
            <a:pPr marL="461962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State: 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0259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CISCO PACKET: TOPOLOGY</a:t>
            </a:r>
          </a:p>
        </p:txBody>
      </p:sp>
    </p:spTree>
    <p:extLst>
      <p:ext uri="{BB962C8B-B14F-4D97-AF65-F5344CB8AC3E}">
        <p14:creationId xmlns:p14="http://schemas.microsoft.com/office/powerpoint/2010/main" val="2937989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71C103-1371-A90F-08FD-4BF38AC83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25912"/>
            <a:ext cx="12191999" cy="58320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92000" cy="10259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WIRESHARK: FTP SERVER</a:t>
            </a:r>
          </a:p>
        </p:txBody>
      </p:sp>
    </p:spTree>
    <p:extLst>
      <p:ext uri="{BB962C8B-B14F-4D97-AF65-F5344CB8AC3E}">
        <p14:creationId xmlns:p14="http://schemas.microsoft.com/office/powerpoint/2010/main" val="3598607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192.168.161.130:8021/Screenshot_2026-04-15_23_50_3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09624"/>
            <a:ext cx="12192000" cy="6048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10259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WIRESHARK: TELNET</a:t>
            </a:r>
          </a:p>
        </p:txBody>
      </p:sp>
    </p:spTree>
    <p:extLst>
      <p:ext uri="{BB962C8B-B14F-4D97-AF65-F5344CB8AC3E}">
        <p14:creationId xmlns:p14="http://schemas.microsoft.com/office/powerpoint/2010/main" val="2843902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0259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SURICATA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5912"/>
            <a:ext cx="12192000" cy="60483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3740" y="5797006"/>
            <a:ext cx="5955323" cy="11430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52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0259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SURICATA IDS DETECTION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5912"/>
            <a:ext cx="12192000" cy="6048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62254" y="4220930"/>
            <a:ext cx="340112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Suricata</a:t>
            </a:r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 IDS Detection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66738" lvl="1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Telnet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131169" y="4876800"/>
            <a:ext cx="5955323" cy="914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117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0259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SURICATA IDS DETECTION: FTP &amp; NMAP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5912"/>
            <a:ext cx="12192000" cy="60483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36677" y="5420080"/>
            <a:ext cx="5955323" cy="10199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283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0" t="13872" r="12820" b="-169"/>
          <a:stretch/>
        </p:blipFill>
        <p:spPr>
          <a:xfrm>
            <a:off x="0" y="1137137"/>
            <a:ext cx="12191999" cy="587326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10259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76954" y="2239108"/>
            <a:ext cx="2239108" cy="43844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471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Kavita</dc:creator>
  <cp:lastModifiedBy>Devendra Kumar</cp:lastModifiedBy>
  <cp:revision>2</cp:revision>
  <dcterms:modified xsi:type="dcterms:W3CDTF">2026-04-16T12:13:56Z</dcterms:modified>
</cp:coreProperties>
</file>