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4783-812D-C80D-742E-B9AA6F52B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80426-ADE5-2428-5A88-A7110512A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55A9A-EFD1-5EF2-6B1F-72306926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93BC3-F316-56CC-4173-A98127B9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62FFA-7831-8E66-DAA4-A312DDE0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65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1A82-0334-6085-87F5-6D5E0C9F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807A7-6F98-0324-952C-4F618CC3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CC890-4F21-FB74-4A90-E751C61D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A06C1-DEFA-2A0C-537C-B7B8235D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13E33-69EA-68FD-CA59-2E37F2ED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18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703C-6969-6ED6-7C56-0FE2B05C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60983-045F-CBBB-ABBC-B84DE665F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8ECB-B565-BD7B-7AB2-D7A98ADB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DB3FF-8D20-D734-FC1F-5CC47C66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C85B2-29F3-DEC1-F7A0-D1FE9696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28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2CF8-1039-98D8-DFA9-B4E0FD13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D2672-8D9F-4985-C2D6-1FEFCE72F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11B80-E200-4B41-C993-65F691697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DE36C-866D-D344-7F0A-B1D85EF4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0741B-8E99-F4C3-AA69-E8030A80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20B40-7105-22BB-6E7E-27CD48CD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14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AFF5F-A1C9-0259-B7C5-FA17A285F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49FCC-8716-F771-7D66-8D74E9BE2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1D352-6EA4-5E8C-3EAA-1CAF10C30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16FA3-E3BA-41A9-E6A6-5F05454B9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1572C-080C-8C16-1F44-80DB03057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03FE4-0CA4-0818-BCC3-04D12CCE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8323D-5127-3470-D1A1-DDE966951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2838D-0BF5-F8D6-5CA1-443A9DD3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37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15AF-C297-89F9-5F1E-65A25D9D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2B048-F1A5-102C-DE84-5108AB07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8262A-62E4-5BAD-B3F1-DE0A9BFA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70F54-AACE-25A5-FD55-00961DEB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92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AF12-C44F-3006-27E8-E07C7DE5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F524E-4E40-060F-73D4-21166A1B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17DE-4E89-D11B-BF2F-41DE4132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92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6115-E20F-381D-C49C-5AB2D1ED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D4412-3779-6F78-0D48-E55DAFDE6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62B0B-EA69-87EB-44C4-F6F799E6E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79F30-A508-A9F3-FB2A-000052CA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6BC39-8745-F61B-3461-EEAEF698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58665-A484-2EF1-9FC6-A7662C79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3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EB3E-0F21-0F6C-0312-43AFA2DC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75BA9-AC80-F8A8-2FF3-FD8DB3901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EE319-F540-79CC-7939-53797BB1C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AF293-8549-28AB-DA11-80B79945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CC006-E03C-8E42-8435-FF4FF613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7570E-5D71-0700-064B-AFF3B4BE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51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DCEE-82E7-718E-0B5C-BB0C35A6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22BC9-7A31-5BBD-0490-6AA561BE2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6D97-BD4A-386A-A314-13CA41A0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A1030-EF80-5DFA-C6B0-59E7E871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06D90-56ED-60B2-84D2-135F62AF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74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5CD69-E8AE-A6CA-D587-50166EAEB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78307-5606-80C5-4FB6-06024C2B6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AC21-BBCD-5FDB-E6EC-ACADFDF8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EF1B0-FD9B-9162-CD9A-7A37D319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C3F36-86CF-5F59-AA3D-EA6AA058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86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954E2-B9D8-138D-DFB9-FF26DBD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FFEF1-2F50-E329-3C7B-39E3912C0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F378-EC58-46FC-6E28-7C347FC97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2621-F7A7-48C7-9072-27D9E865D8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0949F-7E3C-CD69-961E-01BB6349C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C1E43-6E7B-46F2-E353-4F4490F65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C0F04-F535-470E-B4E8-D22B7624D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9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6EF559-2534-1523-B01E-3B857D801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680"/>
            <a:ext cx="12192000" cy="5862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74DC41-8819-E9B2-6071-B5A857A566F4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Setting up the Network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4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1904A-7815-511B-2627-BE785CA9F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8080"/>
            <a:ext cx="12192000" cy="57099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A5560F-A0D9-629E-C9D1-979325488B92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Inputting wrong wildcard mask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57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F77C6D-8314-1F5C-1E8C-D914693FC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2480"/>
            <a:ext cx="12192000" cy="606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5AFA4B-9B2C-0FC2-B70E-305C7882A0A4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Connection not seen 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route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65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E1A66-38C5-D8FF-8246-E3C9141BA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3440"/>
            <a:ext cx="12192000" cy="6004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C7E246-B351-F3D4-F3FE-DDF5F0549791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Ping to 30.30.30.1 successful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24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DE5DB-46B3-D7BC-6F0A-00588B7CD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120" y="955040"/>
            <a:ext cx="6024880" cy="5902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85F7B-1E81-8B8D-BF85-5DF94DDE1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5040"/>
            <a:ext cx="5923280" cy="5831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3BECA3-AC1A-2BE2-DDD4-7FEEBA2494EF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Passive interface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49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13B6A6-96BE-9189-73C1-850FD26E3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7760"/>
            <a:ext cx="12192000" cy="5628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085488-207F-35C0-D7FC-1AB5594EC58C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Wrong Autonomous System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5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372233-E3E9-6BEE-86E0-4F6FB7957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1513840"/>
            <a:ext cx="5486400" cy="5344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8D2E03-3AE9-95A8-FC9A-810D30CAC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3840"/>
            <a:ext cx="6095999" cy="5252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56CE0-A2C5-9790-B24B-0C96E0475685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 Network Statement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57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3A4BDB-FFAE-B2E6-FB98-F5BB14660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70000"/>
            <a:ext cx="6095999" cy="558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CFEC7-C41D-7DA0-6B7C-DAAED8188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00"/>
            <a:ext cx="6095999" cy="5699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A77039-BAB9-5B88-984D-35CF160932D8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 Network Statement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5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AA29C-5716-7513-CD9B-590784C2D196}"/>
              </a:ext>
            </a:extLst>
          </p:cNvPr>
          <p:cNvSpPr txBox="1"/>
          <p:nvPr/>
        </p:nvSpPr>
        <p:spPr>
          <a:xfrm>
            <a:off x="477520" y="213360"/>
            <a:ext cx="11430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DELIVERABLES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Wrong Wildcard Mask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“Incorrect wildcard mask caused OSPF to not match the correct interface, preventing neighbor adjacency.”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Commands used : show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protocol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Passive Interface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“Passive interface suppressed OSPF hello packets, preventing neighbor formation.”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Command used: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show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ospf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neighbor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Wrong Autonomous System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“EIGRP adjacency failed due to Autonomous System mismatch.”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Command used: show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eigrp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neighbors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show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protocol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Missing Network Statement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“Network was not advertised into OSPF due to missing network statement.”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Command used: show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route, show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protocol</a:t>
            </a:r>
          </a:p>
        </p:txBody>
      </p:sp>
    </p:spTree>
    <p:extLst>
      <p:ext uri="{BB962C8B-B14F-4D97-AF65-F5344CB8AC3E}">
        <p14:creationId xmlns:p14="http://schemas.microsoft.com/office/powerpoint/2010/main" val="4124363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127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ReacherCyber</dc:creator>
  <cp:lastModifiedBy>ReacherCyber</cp:lastModifiedBy>
  <cp:revision>5</cp:revision>
  <dcterms:created xsi:type="dcterms:W3CDTF">2026-04-15T13:50:18Z</dcterms:created>
  <dcterms:modified xsi:type="dcterms:W3CDTF">2026-04-16T12:58:08Z</dcterms:modified>
</cp:coreProperties>
</file>