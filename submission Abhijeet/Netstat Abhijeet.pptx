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74785-2AD0-3C04-6975-5D2C35477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55204-F88F-8295-1A00-57349C05D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B0118-BD5B-8448-7CCC-1B596AC6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3D165-C9B8-96C1-F8EA-D6BEC08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2C1BF-8F1E-A5D3-D33D-CC5ACFA3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385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846E-3193-73E5-EA3B-F4F6DA104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A49A-DC68-8455-CA48-E27596B23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A5BC-89C0-87A6-1A1A-3442A53A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C056A-F19D-60F1-79F3-EABB114F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AA5C0-E40F-CB97-A633-017657E1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1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D3CEB-B569-059C-7A14-2E9249CA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EFE2B-753F-CB1D-5858-DEAF457C3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D5272-153A-3551-EE34-41593009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F7442-B941-1345-7D32-E212DC5F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84D9A-24C4-4FD1-F4D3-C9F15485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42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878AA-8255-1DC8-223C-0B95FF34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11CF-6116-572F-DBA1-B6432B90C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4888C-4EFB-B0A8-0520-629FA8E47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08210-4EED-7BB7-65B7-7F84812D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16EE1-A4EB-00B5-8AAD-1B352B13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2C286-2C2D-1B5E-A6DA-13C39501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8601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E3CC0-FA58-56F7-A2E1-C7EFF7707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E4B5-FF5A-BCD4-9A54-2C6B44B76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71BC9-A3CE-23E0-7BF3-9A16638DF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626CB-9195-9258-E1DC-64DFEBBA5A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B4735A-91F3-852E-E500-6D19614B0B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5DD37-27A1-9C8B-EF97-2EDF6D5BE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34332F-51AD-7512-5583-5E2678DC1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FB12B7-927A-DB3C-7360-CCC8EC26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98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5D29-D768-CE3A-1808-639CF013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9D15A-E4DE-CC39-03C8-2A3A0D8C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97E162-1F74-768B-101B-DB539513B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3C05A-9B3B-BE10-C2AB-0F38D96F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305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55750-0AE7-E993-F928-B0E1CC1A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10C15-2DE5-6507-A765-1B57C10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D1355-93D3-79A0-986A-8CE7E9DA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8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E812E-1085-B182-0AE0-AC0BF23A8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15E28-5334-FB65-569A-F20692890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B63429-ECCA-606D-D92B-30A7CAFBD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E5E01-9252-2CC2-44AB-00D3E5A80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8A4C3-C04E-9469-2EDE-6270E0D0D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4D265-96E0-2E75-4BBE-F9F14616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59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2BEB5-3E73-59E5-0666-AA46932F7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BB3ED-EC5B-1D7A-786C-6EAC9722F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F95F0D-5A47-132D-FEE2-7EA5723B2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3564F-B0C3-87BC-A71C-1FC6F2BB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429F-005A-59B5-9E01-FB130899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69E677-1674-47A3-0A75-F7E233AA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253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EE58-6BBE-0C9D-7EAF-56E0922AB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1C3963-09BE-D9A6-B2E0-97D587E9F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FEFCE-F6D4-ECCC-5710-34BBAE72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6135B-BD7E-FAC0-B191-6EC9E989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C213-90AC-C44B-9CCD-CC3DA02F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44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E3DF6-BCBB-9417-04A0-A4F9DA00B4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08EBD-DDB2-0D4F-8901-BC1DA0E15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5D089-C671-2FFC-8E0F-0E37B31E6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03148-CE90-CB85-AD13-96124931E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D96BD-F1AD-7FEB-F05E-EB7A9747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94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B1C68-5567-20B4-2E7D-D7BE39440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2D56B-9714-B791-1C1B-2BA07DDC9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9B15E-D283-6AFF-7B2E-BD8AF5C52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A93F0-5F3C-4E89-9899-3FC579174AFF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6B06-A6B1-B4A3-F84A-DDD580F48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996CB-1BBA-D0B4-58C1-440209F7B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D1BA4-42BE-4BF1-975D-214D8FDB12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18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5C4AE2-B002-67C3-BE71-59EFD7896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841"/>
            <a:ext cx="12192000" cy="610615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400C4CE-52A7-642F-9B82-A636A828662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51840"/>
          </a:xfrm>
          <a:prstGeom prst="rect">
            <a:avLst/>
          </a:prstGeom>
          <a:solidFill>
            <a:srgbClr val="C00000"/>
          </a:solidFill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netstat –an : All connections </a:t>
            </a:r>
            <a:endParaRPr lang="en-IN" sz="280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27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0E3ABA-B668-50C8-A79F-CDDD89C1F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79860"/>
            <a:ext cx="10556240" cy="576884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F006AE9-1DAE-CAFD-6F3A-3D9FA6418851}"/>
              </a:ext>
            </a:extLst>
          </p:cNvPr>
          <p:cNvSpPr txBox="1">
            <a:spLocks/>
          </p:cNvSpPr>
          <p:nvPr/>
        </p:nvSpPr>
        <p:spPr>
          <a:xfrm>
            <a:off x="-5080" y="0"/>
            <a:ext cx="12192000" cy="751840"/>
          </a:xfrm>
          <a:prstGeom prst="rect">
            <a:avLst/>
          </a:prstGeom>
          <a:solidFill>
            <a:srgbClr val="C00000"/>
          </a:solidFill>
        </p:spPr>
        <p:txBody>
          <a:bodyPr anchor="ctr"/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netstat –</a:t>
            </a:r>
            <a:r>
              <a:rPr lang="en-US" sz="2800" dirty="0" err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</a:t>
            </a:r>
            <a:r>
              <a:rPr lang="en-US" sz="2800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all connections with PID</a:t>
            </a:r>
            <a:endParaRPr lang="en-IN" sz="2800" dirty="0">
              <a:solidFill>
                <a:schemeClr val="accent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4184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EB7CA0-3B52-7265-41F3-A069CD04E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929391"/>
            <a:ext cx="11176000" cy="5730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7D4955-DD2A-A48B-80B4-12440F24C292}"/>
              </a:ext>
            </a:extLst>
          </p:cNvPr>
          <p:cNvSpPr txBox="1"/>
          <p:nvPr/>
        </p:nvSpPr>
        <p:spPr>
          <a:xfrm>
            <a:off x="3393440" y="213360"/>
            <a:ext cx="5872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netstat –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: routing table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488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ReacherCyber</dc:creator>
  <cp:lastModifiedBy>ReacherCyber</cp:lastModifiedBy>
  <cp:revision>4</cp:revision>
  <dcterms:created xsi:type="dcterms:W3CDTF">2026-04-15T19:06:07Z</dcterms:created>
  <dcterms:modified xsi:type="dcterms:W3CDTF">2026-04-16T12:57:31Z</dcterms:modified>
</cp:coreProperties>
</file>