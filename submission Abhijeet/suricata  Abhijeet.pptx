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EB06-1846-5872-3836-155A730B8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C7BAB-CB51-0971-46E3-3DE960EB3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FEC98-1019-B184-1C31-6CB0CCFC7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1522F-C32E-CA27-AD6D-80FC5AD5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DB797-FCE8-BA15-CA35-2E7625FB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1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9583-E8E4-5605-B556-07A829B5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5CB98-26C7-C95D-0C99-6E4FFADAD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892C2-7672-BDA8-EAEF-E6AA69AD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9E1E1-E7BF-B94F-6595-2F7457AC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7CF1-3F94-6783-5565-B0878B94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74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8D039-1470-2820-A028-27623C8D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9B186-9471-55F8-C037-45B3E980B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EA0AC-1BCE-C094-1CB8-55F8342F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0DA8-92F1-971E-782E-7182D64D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1B942-B964-3DDF-2798-FE212450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42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6A25F-8D30-10F3-ECBC-04134A40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5E89-E2AB-43F0-1514-6528502A3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114E6-EB94-E9D3-D132-072AAB3AD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A9F76-114C-EE68-ACA3-3C165DA4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6EFBF-85F5-3818-CF43-C79C581A6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5A706-371C-F30F-079A-F60F693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60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89D5-AFFB-D36F-A898-7A6CF75F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8CB5B-DBC3-57BD-0635-DC3878245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1D522-4B5C-AD42-E331-B5B04DD4A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9C7C1-4769-C49D-4B97-6D89BD6D6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65B80B-D686-90DA-3AFC-F851D37DD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BD0D2-102A-02A0-6F75-85EC4C6A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4F913-788F-F519-20A7-67C46EBE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1C262-F6AC-A0B7-E391-D75B1B3F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00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6356-25EF-966B-E7D7-6C376DEB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9712B-FEC6-8E01-A38E-620C4B15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073FD-C2E9-FF6F-E82F-0A389902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0BE8C-D34D-09B9-EF7E-9E6E8D89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68693-FFBE-5039-4099-4705C3B8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39A89-3B14-1F6D-839B-AB1A7051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2B2BC-E1B7-760E-3616-A2E94151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9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188D-5659-3185-098E-165CBC44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608A1-3244-F461-E5E5-42CE7E1B1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E6EB7-D5DA-C0C0-9B5D-950DB95EA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9029D-36E3-4EEA-8E4B-7ABB7458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0E75D-9043-6E7C-A432-FFCFBD53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F5AEF-4BA4-5FAB-1459-EA19FB05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9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BD30-DF55-8650-42DC-21FE55FF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A3FFA-3EE4-F878-1CD1-20DEA035E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21678-379E-4172-6A40-D682CA84F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70FCC-51C8-FCCC-6316-75A99AAA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5ECF0-D76F-5576-95F7-CA389F95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A80A2-F52E-D2BC-BF1B-93FCED34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41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6E78B-A7FE-6DEC-D076-097C15BE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A4E73-BAB7-3F5B-AE1A-C630BC2B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5ED1B-A69F-52D5-A70D-40A4BBEC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45A2-253D-7C4F-7153-F6E3D501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5947F-5474-0B31-34A2-77DFCAFA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92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DE5BA-188F-F847-7590-0B57042D6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F48E9-8857-05D6-B345-0DD951776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2886-3820-AE69-0FAA-49871993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37D9-2386-5A37-4F3B-D4972132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5F20D-E34D-D47F-CB72-5E8B2901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44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BAFC1D-26F9-6467-776D-2A6709C2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615D7-B86E-21D3-CF3F-92176DEDA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2388-614A-CF55-F8AC-61291E1DD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F0A7C-F9D8-49A2-8EC5-BED38E035856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87A0E-25EC-5895-F6E8-F96FC47A5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122D7-704E-1925-1F87-69265FABC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C4232-05CE-4085-B604-1E916AA02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22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3A501-99EE-7E46-FB41-66374779B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0" y="1259840"/>
            <a:ext cx="6096000" cy="5598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B710D9F-4F29-563D-2CBC-B19EECE0D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12"/>
          <a:stretch>
            <a:fillRect/>
          </a:stretch>
        </p:blipFill>
        <p:spPr>
          <a:xfrm>
            <a:off x="6096000" y="1259839"/>
            <a:ext cx="6096000" cy="5598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A262B8-95D9-9802-C5C8-58A95611AA79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Suricata started and rules file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56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151030-AC48-7A89-DFA0-CC955FC0D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1"/>
          <a:stretch>
            <a:fillRect/>
          </a:stretch>
        </p:blipFill>
        <p:spPr>
          <a:xfrm>
            <a:off x="0" y="1463040"/>
            <a:ext cx="12192000" cy="5394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D9B190-5AD3-FB75-ABF2-9E10C8B25583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Alert generated at fast.log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17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B2F3F9-5F50-32AA-75F2-4C24EA9E828F}"/>
              </a:ext>
            </a:extLst>
          </p:cNvPr>
          <p:cNvSpPr txBox="1"/>
          <p:nvPr/>
        </p:nvSpPr>
        <p:spPr>
          <a:xfrm>
            <a:off x="897775" y="213360"/>
            <a:ext cx="103244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Deliverables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Commands used: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ping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Nmap –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–p 21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telnet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ftp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nmap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FTP/Telnet credential exposure is the highest priority as it leads to privilege escalation and may cause data leakage</a:t>
            </a:r>
          </a:p>
        </p:txBody>
      </p:sp>
    </p:spTree>
    <p:extLst>
      <p:ext uri="{BB962C8B-B14F-4D97-AF65-F5344CB8AC3E}">
        <p14:creationId xmlns:p14="http://schemas.microsoft.com/office/powerpoint/2010/main" val="800802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ReacherCyber</dc:creator>
  <cp:lastModifiedBy>ReacherCyber</cp:lastModifiedBy>
  <cp:revision>5</cp:revision>
  <dcterms:created xsi:type="dcterms:W3CDTF">2026-04-15T18:34:29Z</dcterms:created>
  <dcterms:modified xsi:type="dcterms:W3CDTF">2026-04-16T12:58:21Z</dcterms:modified>
</cp:coreProperties>
</file>