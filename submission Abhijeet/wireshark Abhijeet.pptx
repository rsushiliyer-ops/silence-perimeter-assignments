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75" d="100"/>
          <a:sy n="75" d="100"/>
        </p:scale>
        <p:origin x="874" y="4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170A80-5A16-C218-219C-C1270AD93E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3DB7A6-52F6-2D5A-47BE-2C13569D14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1486AA-D005-94FF-2022-59930D11B9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EE051-0CC8-4997-9E1F-FCD9ADC32057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30C2AE-CFE7-0BE9-E263-AAC966C561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01864F-928E-F43D-F882-D8C5FE4D36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13E96-27F8-487C-8161-30CEDB437F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24874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26E39E-AA31-6842-8109-3B5CF828F0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3ED06B-7CE9-31BB-A928-A3F13B39D5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A25D16-3334-D54D-5015-A651A76CB2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EE051-0CC8-4997-9E1F-FCD9ADC32057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24DFB2-3355-7BC8-BBC5-8387F32116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E0F154-1D42-9B92-DCDB-7F02220CE5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13E96-27F8-487C-8161-30CEDB437F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12268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ADDE61-465A-6306-3DF1-A7244745AE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E8D068-CA0F-9EAA-E177-168FC58154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F4B165-3B0F-C994-C6D3-75052E0C50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EE051-0CC8-4997-9E1F-FCD9ADC32057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97D70-DD2E-E9F9-2963-D66583911B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359161-FBA2-04ED-E207-0C349E3F1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13E96-27F8-487C-8161-30CEDB437F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03889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85271-1D55-A02D-5090-3DF7B64C4D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4CAD85-3720-0157-0AC5-447AE4B78B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839F0D-BDEA-AD64-4EFB-A7F9FB4FA8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4082C4-AA00-AFC6-9D9B-5707502223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EE051-0CC8-4997-9E1F-FCD9ADC32057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BADA49-17E5-DAE8-F57D-5095C99EA9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740785-C675-172E-4A21-995081F7D2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13E96-27F8-487C-8161-30CEDB437F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80406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D364C6-CC99-C8F8-3A79-BBA2B1A2B6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38DBF4-8932-9318-0F32-65281C19EA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EBA8A7-3534-637B-B17A-0A9420D985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78273A-43E0-03BB-3A59-A7C729B62D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16523AD-CA53-06D3-F18B-79B988C615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08C49DB-7E3C-1142-E232-DCA1FC32ED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EE051-0CC8-4997-9E1F-FCD9ADC32057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DDEDEC4-34EB-6319-623D-2200B8913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3ADA2D5-0973-4102-3B39-F2C27484D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13E96-27F8-487C-8161-30CEDB437F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62403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1F1ED4-CB87-6822-DDD6-C892BA0E2E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1496001-9170-9354-3014-B6ED5CC936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EE051-0CC8-4997-9E1F-FCD9ADC32057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CE7458-E058-DEF7-2E3F-C2396CC99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50D8E4-3F97-9A94-1BC5-3E8F35DEF9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13E96-27F8-487C-8161-30CEDB437F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23782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F57A544-75B0-2D32-6889-E1761BBA32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EE051-0CC8-4997-9E1F-FCD9ADC32057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E5A7A4B-27E7-51A2-EF71-3746BF35BC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A0866F-2CA7-04AF-4E54-E2FC62D67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13E96-27F8-487C-8161-30CEDB437F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62166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FF4A5A-239C-4FB9-57D0-4FE6CB2D7F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9A8158-1936-6749-6A48-176AE587DB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030CFF-07D0-DBFD-07EE-B0643D9391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955A26-91AF-7B0B-30D3-DDBFF8EA83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EE051-0CC8-4997-9E1F-FCD9ADC32057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FFDB7F-DAEE-BF31-FFF6-FD54C22055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586F12-7504-6ABB-8470-52A2BEE62F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13E96-27F8-487C-8161-30CEDB437F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79695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FC6C86-6DEE-0193-7A92-E10A0828C5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642C80C-D022-DF1D-4C70-6AF7CAD5C6C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2F03EB-0749-8B35-B663-2EA3D8DBB9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DC981B-757E-A8C9-2588-974AE944C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EE051-0CC8-4997-9E1F-FCD9ADC32057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9F3AD2-2EC2-22DC-4767-C34D7E4C5D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226EC8-4813-61E4-5E7C-FC2DDF87B8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13E96-27F8-487C-8161-30CEDB437F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93282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47C72A-B3BF-3863-40E6-A25EE6BF30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583EF3-0F70-B260-DD17-990A3173C6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152D38-68DF-AEA6-D39D-D646199EE1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EE051-0CC8-4997-9E1F-FCD9ADC32057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191E80-185B-BAA0-8E08-7E389F1D68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58B3E2-6309-EEF2-4EA1-4D5EA46765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13E96-27F8-487C-8161-30CEDB437F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97934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4B0FCC4-581C-D270-F3BE-CC382BAFFB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97EB6E-43DC-F5D2-452A-8391ACD718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7AE789-E83B-80A0-E2AE-99AEE2CBD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EE051-0CC8-4997-9E1F-FCD9ADC32057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45C88E-BA59-ADB7-88CC-158B20A835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937A3F-92A7-5AD6-3AD4-081D0D63AC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13E96-27F8-487C-8161-30CEDB437F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471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FFA45E4-3F67-E215-8EA4-854EEFA71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4877E7-54C9-8970-F586-E225EB98B7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E51A53-9999-3852-E469-A688B071B02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FEE051-0CC8-4997-9E1F-FCD9ADC32057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CB94EB-5D85-AAE2-7F20-8F836AE535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F26956-958C-F71F-132A-89F416ECA5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D13E96-27F8-487C-8161-30CEDB437F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94483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B399D29-D373-B9F9-21CE-931EB3F774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1344749"/>
            <a:ext cx="6096000" cy="551325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171C103-1371-A90F-08FD-4BF38AC83E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344748"/>
            <a:ext cx="6096000" cy="55132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F62FE3B-55FD-39DF-23AF-3420D8E33C18}"/>
              </a:ext>
            </a:extLst>
          </p:cNvPr>
          <p:cNvSpPr txBox="1"/>
          <p:nvPr/>
        </p:nvSpPr>
        <p:spPr>
          <a:xfrm>
            <a:off x="3393440" y="213360"/>
            <a:ext cx="58724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Username and Password of FTP Server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68823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9D0DE7C-1622-3819-76E0-077C9F65F30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4834"/>
          <a:stretch>
            <a:fillRect/>
          </a:stretch>
        </p:blipFill>
        <p:spPr>
          <a:xfrm>
            <a:off x="0" y="1300480"/>
            <a:ext cx="4582160" cy="555752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1E92E0F-19A5-FFF8-C213-8553E1FFEE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2160" y="1300480"/>
            <a:ext cx="7609840" cy="555752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B9E2DA0-94CF-6C80-50D8-25D917E7DEEF}"/>
              </a:ext>
            </a:extLst>
          </p:cNvPr>
          <p:cNvSpPr txBox="1"/>
          <p:nvPr/>
        </p:nvSpPr>
        <p:spPr>
          <a:xfrm>
            <a:off x="3393440" y="213360"/>
            <a:ext cx="58724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Username and Password of Telnet Server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54458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72A5957-CDC8-922F-4D92-D34C1C20FD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1220226"/>
            <a:ext cx="6096000" cy="561642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90226D5-E1B2-D57C-0015-FFD5A8A80A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220226"/>
            <a:ext cx="6096000" cy="563777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8FA471E-A7BF-A96F-823A-A3A8B06AD8E3}"/>
              </a:ext>
            </a:extLst>
          </p:cNvPr>
          <p:cNvSpPr txBox="1"/>
          <p:nvPr/>
        </p:nvSpPr>
        <p:spPr>
          <a:xfrm>
            <a:off x="3393440" y="213360"/>
            <a:ext cx="58724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Username and Password of DVWA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73148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011C632-347C-4004-E416-FDC3756F3A87}"/>
              </a:ext>
            </a:extLst>
          </p:cNvPr>
          <p:cNvSpPr txBox="1"/>
          <p:nvPr/>
        </p:nvSpPr>
        <p:spPr>
          <a:xfrm>
            <a:off x="897775" y="213360"/>
            <a:ext cx="10324407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u="sng" dirty="0">
                <a:latin typeface="Arial" panose="020B0604020202020204" pitchFamily="34" charset="0"/>
                <a:cs typeface="Arial" panose="020B0604020202020204" pitchFamily="34" charset="0"/>
              </a:rPr>
              <a:t>Deliverables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Filters used: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ftp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telnet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IN" sz="2400" dirty="0" err="1">
                <a:latin typeface="Arial" panose="020B0604020202020204" pitchFamily="34" charset="0"/>
                <a:cs typeface="Arial" panose="020B0604020202020204" pitchFamily="34" charset="0"/>
              </a:rPr>
              <a:t>http.request.method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==POST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IN" sz="2400" dirty="0" err="1">
                <a:latin typeface="Arial" panose="020B0604020202020204" pitchFamily="34" charset="0"/>
                <a:cs typeface="Arial" panose="020B0604020202020204" pitchFamily="34" charset="0"/>
              </a:rPr>
              <a:t>tcp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 contains “USER”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Frame contains “password”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Lack of encryption allows attackers to intercept credentials using packet sniffing tools</a:t>
            </a:r>
          </a:p>
        </p:txBody>
      </p:sp>
    </p:spTree>
    <p:extLst>
      <p:ext uri="{BB962C8B-B14F-4D97-AF65-F5344CB8AC3E}">
        <p14:creationId xmlns:p14="http://schemas.microsoft.com/office/powerpoint/2010/main" val="35127423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52</Words>
  <Application>Microsoft Office PowerPoint</Application>
  <PresentationFormat>Widescreen</PresentationFormat>
  <Paragraphs>11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ReacherCyber</dc:creator>
  <cp:lastModifiedBy>ReacherCyber</cp:lastModifiedBy>
  <cp:revision>3</cp:revision>
  <dcterms:created xsi:type="dcterms:W3CDTF">2026-04-15T18:25:12Z</dcterms:created>
  <dcterms:modified xsi:type="dcterms:W3CDTF">2026-04-16T12:58:39Z</dcterms:modified>
</cp:coreProperties>
</file>