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307" r:id="rId3"/>
    <p:sldId id="309" r:id="rId4"/>
    <p:sldId id="311" r:id="rId5"/>
    <p:sldId id="315" r:id="rId6"/>
    <p:sldId id="329" r:id="rId7"/>
    <p:sldId id="316" r:id="rId8"/>
    <p:sldId id="317" r:id="rId9"/>
    <p:sldId id="314" r:id="rId10"/>
    <p:sldId id="330" r:id="rId11"/>
    <p:sldId id="331" r:id="rId12"/>
    <p:sldId id="332" r:id="rId13"/>
    <p:sldId id="333" r:id="rId14"/>
    <p:sldId id="258" r:id="rId15"/>
    <p:sldId id="319" r:id="rId16"/>
    <p:sldId id="3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AF96A-E0E1-4FB0-9731-41A7565C01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5BA842-EC7C-4D68-A069-16E8FDBB7D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586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0C5C-E3B1-5D23-6397-9E8E2D163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8D398-19AF-AA8B-72EB-6F0CD7F17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9837B-1392-6E34-6D42-D1306D66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C134F-9CC1-979F-4D09-F656287B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F3131-A137-723E-5D86-22C0CE34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84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7C1F-801E-AA3F-2621-6455BF29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814F7-968F-6F69-E608-4BF9F0F99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FCF5F-02A8-BA74-8A5D-F6B6B6C9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699C6-7880-4632-5FD7-5F5F25A3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94F22-2E47-6E65-49AC-01D91FD9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21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8F91-A568-1CB6-D1DE-7447F4CF9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2910B-3EC1-990E-5429-4F9BAA2E7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4CD9A-5D43-FC09-6061-FC1B5DFC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9F52B-AA6A-FDBF-7DE7-CD3F02214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3E84B-2C8F-5426-D977-C992A855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129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13D7-A875-F46A-71BD-BD071C8E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89353-132C-2644-36F7-6EE4C43E9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DEE77-CB79-6D6A-A1FB-FED406D2B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AD620-94C1-43F2-9B09-4E77DC8A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BBA6C-EBD0-8188-4A2B-DD24305B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D9C73-F666-66B8-ADF4-DDA0EB1DE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44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2CD2-B7A2-83A0-C70A-060A906C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C000-FB8E-47F9-83EA-F886B1C54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B427F-996E-FCE5-6176-7A337DEC7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F98C3B-6EB4-9E48-FC75-54DA346D4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C6557-EC40-BDD6-7440-8271DC01A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3DF9C-6B91-E5EF-49A5-57E9BA97D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F11A4-097F-6D59-1FE3-A6D19131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BDEAA-C6CB-E6D4-7EF8-0CEE0E35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4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0EB8-3EB8-F8A3-1223-B8020192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FED86-2D46-1E59-3150-DB8058C1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FBBC1-D7B5-EB72-2CC7-D22B89FD1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6AB02-6DEB-7AB6-76D8-2D19621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5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F01B5-37DD-A2AD-B8B9-6DE85BA8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A562C-11DD-96C2-C6A2-CC9E1865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AB1EF-6ADA-232F-3F6C-FC3B219A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87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26C5-E687-AF86-DA8D-2033A30F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7E0E3-C9CF-268B-C427-121E4FF4E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CFAFF-AC1E-A1E0-59AD-EE2E28E8A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DC33F-BB3D-8A44-DA77-199810A86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41B77-207A-814F-64E7-F71318E0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1B372-4A07-2C21-D4B9-E7735419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43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97DC-CC0E-6692-4AA3-59C5E629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CD3AF-511F-9540-BE0C-6B5F714B0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030E7-7AD6-8E35-DA78-DAB071D23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02C7E-2E0B-F778-B1DB-CD94D425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D693D-F794-3CEA-5774-133CB15B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C72B3-6F14-70FE-512A-76CFB1B5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34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3296-86A9-3C25-048A-608AC491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F4189-5602-73E2-7628-5B4F00D01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79526-6529-1191-F40B-B78A38DE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017F5-3CD5-F6EE-ED32-6095EA3D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BFE49-433F-42A0-451E-981C340B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00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92982-9636-C552-6166-4FA253D2F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9509B-534F-3307-08E9-AD7B10AFB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3C01F-3AA3-A298-856A-62FA744B4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E5CBA-BF03-CC3C-1B83-8960374C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4F0FB-64A6-4352-AA99-A0B75701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12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2DC07-410A-2695-9ED8-1BA3BAF1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3D714-71FA-4920-3750-340F1C1E3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BDCF8-D98F-8EBF-D635-179358958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16461-4D9C-BA46-2142-329B71CEE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143BD-A9FF-11AD-ACC1-83455BF6F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28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9D57-E159-6D6D-B1E3-B1477508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94D90A-C879-5314-9010-973674A94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6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108B-6BF5-54D6-C7EF-34B8972C0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52A33C-A0BB-F700-E364-6772765A3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27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54DB-DA04-C8E3-9B98-02250AB92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3AF764-963F-02DA-4639-64F20C844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208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4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5BF70-2AAF-D922-B7E0-B7FA8692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38F4A3-96E3-FFDC-9BA6-90D69F7A5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2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1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308F-1506-2C32-AF27-A0788396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0D809F-AE2E-9A93-6AEB-710BB7660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77765" cy="67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13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7230-189D-4D18-3C95-9CF914E3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F8B461-FFED-4B0E-108F-DE4921C60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41996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10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7730-FA2F-09C0-D137-DFE186C1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A85184-B48B-5236-E089-8F3BAB976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20880" cy="678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7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0347-20B2-0DDE-504D-6C7EDFDC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367949-843F-6043-3BDC-FAAA5F05B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0720" cy="669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91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3EE0-E1E4-E2C9-BC7A-03F4DCB9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796013-DE0D-FBF5-D9CB-CEEF648D7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56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101999-2191-186F-C1D1-6C2F808AD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0560"/>
            <a:ext cx="12192000" cy="618744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3DB4BF8-11DF-FE80-CB19-FD42AB12F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056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ROUTING TABLES</a:t>
            </a:r>
          </a:p>
        </p:txBody>
      </p:sp>
    </p:spTree>
    <p:extLst>
      <p:ext uri="{BB962C8B-B14F-4D97-AF65-F5344CB8AC3E}">
        <p14:creationId xmlns:p14="http://schemas.microsoft.com/office/powerpoint/2010/main" val="2763434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D878-A85A-D834-1D03-5923E181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696455-2238-5D69-C3DF-EF57553B0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4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77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8F37-834A-F3AB-F015-392FCB18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EA3CDF-533A-6FF9-9AE3-3ECE8F19B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33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6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A62D8A-9DBF-581D-BB2D-4B0AB5D04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3057"/>
            <a:ext cx="12152428" cy="6004943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EEE508CB-52B0-97D5-DCD5-B76474DF6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2" y="0"/>
            <a:ext cx="12152428" cy="853057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PING FROM ‘HQ’ TO ‘C’ NETWORK</a:t>
            </a:r>
          </a:p>
        </p:txBody>
      </p:sp>
    </p:spTree>
    <p:extLst>
      <p:ext uri="{BB962C8B-B14F-4D97-AF65-F5344CB8AC3E}">
        <p14:creationId xmlns:p14="http://schemas.microsoft.com/office/powerpoint/2010/main" val="2274496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C8E5D0-B156-A989-B0ED-ECE6680B5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83921"/>
            <a:ext cx="12239477" cy="5902959"/>
          </a:xfrm>
          <a:prstGeom prst="rect">
            <a:avLst/>
          </a:prstGeom>
        </p:spPr>
      </p:pic>
      <p:sp>
        <p:nvSpPr>
          <p:cNvPr id="3" name="Title 7">
            <a:extLst>
              <a:ext uri="{FF2B5EF4-FFF2-40B4-BE49-F238E27FC236}">
                <a16:creationId xmlns:a16="http://schemas.microsoft.com/office/drawing/2014/main" id="{4DC232D9-AED7-19DE-25AF-9495D6BB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8392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u="sng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THE ISSUE</a:t>
            </a:r>
            <a:endParaRPr lang="en-IN" sz="3200" b="1" u="sng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792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955B2-0C91-7762-6136-D7AF8C57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CA0AF9-03D1-19AF-A1BA-05A5118BC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6" y="1"/>
            <a:ext cx="12100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47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3E61-F24A-E8BA-8761-D7404F62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518C3-B609-3903-F445-F000687E2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8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15</Words>
  <Application>Microsoft Office PowerPoint</Application>
  <PresentationFormat>Widescreen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ROUTING TABLES</vt:lpstr>
      <vt:lpstr>PowerPoint Presentation</vt:lpstr>
      <vt:lpstr>PowerPoint Presentation</vt:lpstr>
      <vt:lpstr>PING FROM ‘HQ’ TO ‘C’ NETWORK</vt:lpstr>
      <vt:lpstr>INTRODUCING THE ISSUE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giri</dc:creator>
  <cp:lastModifiedBy>ravi giri</cp:lastModifiedBy>
  <cp:revision>17</cp:revision>
  <dcterms:created xsi:type="dcterms:W3CDTF">2026-04-15T16:06:37Z</dcterms:created>
  <dcterms:modified xsi:type="dcterms:W3CDTF">2026-04-16T04:27:20Z</dcterms:modified>
</cp:coreProperties>
</file>